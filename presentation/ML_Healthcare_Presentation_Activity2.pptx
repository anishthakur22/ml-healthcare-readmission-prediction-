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8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1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8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4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9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6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6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2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23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9064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23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46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5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8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15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6C1C-AE9E-D232-A235-D1296C4E0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b="1" dirty="0"/>
              <a:t>Machine Learning for Healthcare Readmission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80315-C929-5EB2-33A0-AA201FA70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2" y="4777379"/>
            <a:ext cx="6620968" cy="1887371"/>
          </a:xfrm>
        </p:spPr>
        <p:txBody>
          <a:bodyPr>
            <a:normAutofit lnSpcReduction="10000"/>
          </a:bodyPr>
          <a:lstStyle/>
          <a:p>
            <a:r>
              <a:rPr lang="en-US" sz="1600" b="1" dirty="0"/>
              <a:t>Name: Anish Kumar Thakur</a:t>
            </a:r>
          </a:p>
          <a:p>
            <a:r>
              <a:rPr lang="en-US" sz="1600" b="1" dirty="0"/>
              <a:t>Unit: Machine Learning</a:t>
            </a:r>
          </a:p>
          <a:p>
            <a:r>
              <a:rPr lang="en-US" sz="1600" b="1" dirty="0"/>
              <a:t>Institution: International School of Management and Technology</a:t>
            </a:r>
          </a:p>
          <a:p>
            <a:r>
              <a:rPr lang="en-US" sz="1400" b="1" dirty="0"/>
              <a:t>Lecturer Name</a:t>
            </a:r>
          </a:p>
          <a:p>
            <a:r>
              <a:rPr lang="en-US" sz="1400" b="1" dirty="0"/>
              <a:t>Submission Date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2458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89" y="2052925"/>
            <a:ext cx="6945465" cy="4195481"/>
          </a:xfrm>
        </p:spPr>
        <p:txBody>
          <a:bodyPr/>
          <a:lstStyle/>
          <a:p>
            <a:r>
              <a:rPr dirty="0"/>
              <a:t>Healthcare generates massive patient data</a:t>
            </a:r>
          </a:p>
          <a:p>
            <a:r>
              <a:rPr dirty="0"/>
              <a:t>Manual analysis is difficult</a:t>
            </a:r>
          </a:p>
          <a:p>
            <a:r>
              <a:rPr dirty="0"/>
              <a:t>Machine Learning helps discover patterns</a:t>
            </a:r>
          </a:p>
          <a:p>
            <a:r>
              <a:rPr dirty="0"/>
              <a:t>Goal: Predict patient readmission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226416" cy="1400530"/>
          </a:xfrm>
        </p:spPr>
        <p:txBody>
          <a:bodyPr/>
          <a:lstStyle/>
          <a:p>
            <a:r>
              <a:rPr b="1" dirty="0"/>
              <a:t>Project Scenario – </a:t>
            </a:r>
            <a:r>
              <a:rPr b="1" dirty="0" err="1"/>
              <a:t>HealthGuard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023" y="2052925"/>
            <a:ext cx="6898331" cy="4195481"/>
          </a:xfrm>
        </p:spPr>
        <p:txBody>
          <a:bodyPr/>
          <a:lstStyle/>
          <a:p>
            <a:r>
              <a:rPr dirty="0" err="1"/>
              <a:t>HealthGuard</a:t>
            </a:r>
            <a:r>
              <a:rPr dirty="0"/>
              <a:t> wants to improve healthcare analytics</a:t>
            </a:r>
          </a:p>
          <a:p>
            <a:r>
              <a:rPr dirty="0" err="1"/>
              <a:t>MediTech</a:t>
            </a:r>
            <a:r>
              <a:rPr dirty="0"/>
              <a:t> Solutions develops ML tools</a:t>
            </a:r>
          </a:p>
          <a:p>
            <a:r>
              <a:rPr dirty="0"/>
              <a:t>Objective: Predict hospital readmission</a:t>
            </a:r>
          </a:p>
          <a:p>
            <a:r>
              <a:rPr dirty="0"/>
              <a:t>Helps reduce cost and improve patient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Machine Learning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449" y="2052925"/>
            <a:ext cx="6888905" cy="4195481"/>
          </a:xfrm>
        </p:spPr>
        <p:txBody>
          <a:bodyPr/>
          <a:lstStyle/>
          <a:p>
            <a:r>
              <a:rPr dirty="0"/>
              <a:t>Computers learn patterns from historical data</a:t>
            </a:r>
          </a:p>
          <a:p>
            <a:r>
              <a:rPr dirty="0"/>
              <a:t>Models make predictions on new data</a:t>
            </a:r>
          </a:p>
          <a:p>
            <a:r>
              <a:rPr dirty="0"/>
              <a:t>Used in healthcare, finance, business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449" y="2052925"/>
            <a:ext cx="6888905" cy="4195481"/>
          </a:xfrm>
        </p:spPr>
        <p:txBody>
          <a:bodyPr/>
          <a:lstStyle/>
          <a:p>
            <a:r>
              <a:rPr dirty="0"/>
              <a:t>Supervised Learning – uses labelled data</a:t>
            </a:r>
          </a:p>
          <a:p>
            <a:r>
              <a:rPr dirty="0"/>
              <a:t>Unsupervised Learning – finds hidden patterns</a:t>
            </a:r>
          </a:p>
          <a:p>
            <a:r>
              <a:rPr dirty="0"/>
              <a:t>Reinforcement Learning – learning through reward/penalty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023" y="2052925"/>
            <a:ext cx="6898331" cy="4195481"/>
          </a:xfrm>
        </p:spPr>
        <p:txBody>
          <a:bodyPr/>
          <a:lstStyle/>
          <a:p>
            <a:r>
              <a:rPr dirty="0"/>
              <a:t>Logistic Regression</a:t>
            </a:r>
          </a:p>
          <a:p>
            <a:r>
              <a:rPr dirty="0"/>
              <a:t>Decision Tree</a:t>
            </a:r>
          </a:p>
          <a:p>
            <a:r>
              <a:rPr dirty="0"/>
              <a:t>Random Forest</a:t>
            </a:r>
          </a:p>
          <a:p>
            <a:r>
              <a:rPr dirty="0"/>
              <a:t>These algorithms are suitable for classification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742" y="2052925"/>
            <a:ext cx="6926612" cy="4195481"/>
          </a:xfrm>
        </p:spPr>
        <p:txBody>
          <a:bodyPr/>
          <a:lstStyle/>
          <a:p>
            <a:r>
              <a:rPr dirty="0"/>
              <a:t>Diabetic patient dataset</a:t>
            </a:r>
          </a:p>
          <a:p>
            <a:r>
              <a:rPr dirty="0"/>
              <a:t>101,766 records</a:t>
            </a:r>
          </a:p>
          <a:p>
            <a:r>
              <a:rPr dirty="0"/>
              <a:t>50 features</a:t>
            </a:r>
          </a:p>
          <a:p>
            <a:r>
              <a:rPr dirty="0"/>
              <a:t>Target variable: readmitted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CB806-4FB9-4C85-2A0D-E3E8DBCC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53248"/>
            <a:ext cx="4572000" cy="2829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596" y="2052925"/>
            <a:ext cx="5250731" cy="4195481"/>
          </a:xfrm>
        </p:spPr>
        <p:txBody>
          <a:bodyPr/>
          <a:lstStyle/>
          <a:p>
            <a:r>
              <a:rPr dirty="0"/>
              <a:t>Removed unnecessary columns</a:t>
            </a:r>
          </a:p>
          <a:p>
            <a:r>
              <a:rPr dirty="0"/>
              <a:t>Handled missing values</a:t>
            </a:r>
          </a:p>
          <a:p>
            <a:r>
              <a:rPr dirty="0"/>
              <a:t>Encoded categorical variables</a:t>
            </a:r>
          </a:p>
          <a:p>
            <a:r>
              <a:rPr dirty="0"/>
              <a:t>Converted readmitted column </a:t>
            </a:r>
            <a:endParaRPr lang="en-US" dirty="0"/>
          </a:p>
          <a:p>
            <a:pPr marL="0" indent="0">
              <a:buNone/>
            </a:pPr>
            <a:r>
              <a:rPr dirty="0"/>
              <a:t>to binary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FBF32-ADB4-AF00-639C-CAD3FC570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633" y="2314793"/>
            <a:ext cx="4138367" cy="27664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052925"/>
            <a:ext cx="3889327" cy="4195481"/>
          </a:xfrm>
        </p:spPr>
        <p:txBody>
          <a:bodyPr/>
          <a:lstStyle/>
          <a:p>
            <a:r>
              <a:rPr dirty="0"/>
              <a:t>80% training data</a:t>
            </a:r>
          </a:p>
          <a:p>
            <a:r>
              <a:rPr dirty="0"/>
              <a:t>20% testing data</a:t>
            </a:r>
          </a:p>
          <a:p>
            <a:r>
              <a:rPr dirty="0"/>
              <a:t>Ensures model is evaluated </a:t>
            </a:r>
            <a:endParaRPr lang="en-US" dirty="0"/>
          </a:p>
          <a:p>
            <a:pPr marL="0" indent="0">
              <a:buNone/>
            </a:pPr>
            <a:r>
              <a:rPr dirty="0"/>
              <a:t>on unseen data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BC108-6A0B-1E6F-CA00-CD1928926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37" y="2052925"/>
            <a:ext cx="4769963" cy="3082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Accuracy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876" y="2052925"/>
            <a:ext cx="6879478" cy="4195481"/>
          </a:xfrm>
        </p:spPr>
        <p:txBody>
          <a:bodyPr/>
          <a:lstStyle/>
          <a:p>
            <a:r>
              <a:rPr dirty="0"/>
              <a:t>Logistic Regression: 61.45%</a:t>
            </a:r>
          </a:p>
          <a:p>
            <a:r>
              <a:rPr dirty="0"/>
              <a:t>Decision Tree: 56.03%</a:t>
            </a:r>
          </a:p>
          <a:p>
            <a:r>
              <a:rPr dirty="0"/>
              <a:t>Random Forest: 63.83%</a:t>
            </a:r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01864-1A23-2533-3480-C79DDA22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15" y="2400808"/>
            <a:ext cx="4894869" cy="2263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89" y="2052925"/>
            <a:ext cx="6945465" cy="4195481"/>
          </a:xfrm>
        </p:spPr>
        <p:txBody>
          <a:bodyPr/>
          <a:lstStyle/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  <a:p>
            <a:r>
              <a:rPr dirty="0"/>
              <a:t>ROC Curve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71281-2EAC-5C70-5A2B-A4F189B5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930" y="1853248"/>
            <a:ext cx="5656082" cy="1672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F29F47-2551-AC5D-4A25-F11EBF5C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930" y="3525625"/>
            <a:ext cx="5656082" cy="2442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5601380" cy="4195481"/>
          </a:xfrm>
        </p:spPr>
        <p:txBody>
          <a:bodyPr/>
          <a:lstStyle/>
          <a:p>
            <a:r>
              <a:rPr dirty="0"/>
              <a:t>Random Forest performed best</a:t>
            </a:r>
          </a:p>
          <a:p>
            <a:r>
              <a:rPr dirty="0"/>
              <a:t>Accuracy ≈ 64%</a:t>
            </a:r>
          </a:p>
          <a:p>
            <a:r>
              <a:rPr dirty="0"/>
              <a:t>Important patient factors identified</a:t>
            </a:r>
          </a:p>
          <a:p>
            <a:endParaRPr dirty="0"/>
          </a:p>
          <a:p>
            <a:r>
              <a:rPr dirty="0"/>
              <a:t>(Insert screenshot: </a:t>
            </a:r>
            <a:r>
              <a:rPr dirty="0" err="1"/>
              <a:t>feature_importance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ML helps </a:t>
            </a:r>
            <a:r>
              <a:rPr dirty="0" err="1"/>
              <a:t>analyse</a:t>
            </a:r>
            <a:r>
              <a:rPr dirty="0"/>
              <a:t> healthcare data</a:t>
            </a:r>
          </a:p>
          <a:p>
            <a:r>
              <a:rPr dirty="0"/>
              <a:t>Predicts high-risk patients</a:t>
            </a:r>
          </a:p>
          <a:p>
            <a:r>
              <a:rPr dirty="0"/>
              <a:t>Supports better hospital decision-making</a:t>
            </a:r>
          </a:p>
          <a:p>
            <a:r>
              <a:rPr dirty="0"/>
              <a:t>Can reduce readmission rates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252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Machine Learning for Healthcare Readmission Prediction</vt:lpstr>
      <vt:lpstr>Introduction</vt:lpstr>
      <vt:lpstr>Project Scenario – HealthGuard</vt:lpstr>
      <vt:lpstr>What is Machine Learning?</vt:lpstr>
      <vt:lpstr>Types of Machine Learning</vt:lpstr>
      <vt:lpstr>Algorithms Used</vt:lpstr>
      <vt:lpstr>Dataset Overview</vt:lpstr>
      <vt:lpstr>Data Preprocessing</vt:lpstr>
      <vt:lpstr>Train-Test Split</vt:lpstr>
      <vt:lpstr>Model Accuracy Comparison</vt:lpstr>
      <vt:lpstr>Model Evaluation Metrics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thakur</cp:lastModifiedBy>
  <cp:revision>5</cp:revision>
  <dcterms:created xsi:type="dcterms:W3CDTF">2013-01-27T09:14:16Z</dcterms:created>
  <dcterms:modified xsi:type="dcterms:W3CDTF">2026-03-07T10:09:25Z</dcterms:modified>
  <cp:category/>
</cp:coreProperties>
</file>