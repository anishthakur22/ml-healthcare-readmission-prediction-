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9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8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4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08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7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6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2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49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93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0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74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18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695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8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5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Machine Learning for Intelligent Healthcare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Student: Anish Kumar Thakur</a:t>
            </a:r>
          </a:p>
          <a:p>
            <a:r>
              <a:rPr dirty="0"/>
              <a:t>Unit: Machine Learning</a:t>
            </a:r>
          </a:p>
          <a:p>
            <a:r>
              <a:rPr dirty="0"/>
              <a:t>Institution: International School of Management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Healthcare generates large volumes of digital patient data</a:t>
            </a:r>
          </a:p>
          <a:p>
            <a:r>
              <a:t>• Manual analysis of healthcare data is difficult</a:t>
            </a:r>
          </a:p>
          <a:p>
            <a:r>
              <a:t>• Machine learning enables automated data analysis</a:t>
            </a:r>
          </a:p>
          <a:p>
            <a:r>
              <a:t>• Helps predict patient outcomes and improve healthcare 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branch of Artificial Intelligence</a:t>
            </a:r>
          </a:p>
          <a:p>
            <a:r>
              <a:t>• Systems learn patterns from data</a:t>
            </a:r>
          </a:p>
          <a:p>
            <a:r>
              <a:t>• Models improve performance over time</a:t>
            </a:r>
          </a:p>
          <a:p>
            <a:r>
              <a:t>• Used for predictions and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Data Preprocessing</a:t>
            </a:r>
          </a:p>
          <a:p>
            <a:r>
              <a:t>3. Model Training</a:t>
            </a:r>
          </a:p>
          <a:p>
            <a:r>
              <a:t>4. Model Evaluation</a:t>
            </a:r>
          </a:p>
          <a:p>
            <a:r>
              <a:t>5. Prediction and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Learning – uses labelled data</a:t>
            </a:r>
          </a:p>
          <a:p>
            <a:r>
              <a:t>• Unsupervised Learning – finds hidden patterns</a:t>
            </a:r>
          </a:p>
          <a:p>
            <a:r>
              <a:t>• Reinforcement Learning – learns through rewards and penalties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when dataset contains known outcomes</a:t>
            </a:r>
          </a:p>
          <a:p>
            <a:r>
              <a:t>• Examples: disease prediction, fraud detection</a:t>
            </a:r>
          </a:p>
          <a:p>
            <a:r>
              <a:t>• Algorithms: Logistic Regression, Decision Trees, Random Forest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Works with unlabeled data</a:t>
            </a:r>
          </a:p>
          <a:p>
            <a:r>
              <a:t>• Discovers hidden patterns in datasets</a:t>
            </a:r>
          </a:p>
          <a:p>
            <a:r>
              <a:t>• Techniques: clustering and association rules</a:t>
            </a:r>
          </a:p>
          <a:p>
            <a:r>
              <a:t>• Example: grouping patients with similar symptoms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Reinforcement Learning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 interacts with environment</a:t>
            </a:r>
          </a:p>
          <a:p>
            <a:r>
              <a:t>• Learns through reward signals</a:t>
            </a:r>
          </a:p>
          <a:p>
            <a:r>
              <a:t>• Used in robotics, gaming and automation</a:t>
            </a:r>
          </a:p>
          <a:p>
            <a:r>
              <a:t>• Potential healthcare applications in treatment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</a:t>
            </a:r>
          </a:p>
          <a:p>
            <a:r>
              <a:t>• Decision Tree</a:t>
            </a:r>
          </a:p>
          <a:p>
            <a:r>
              <a:t>• Random Forest</a:t>
            </a:r>
          </a:p>
          <a:p>
            <a:r>
              <a:t>• Support Vector Machine</a:t>
            </a:r>
          </a:p>
          <a:p>
            <a:r>
              <a:t>• K-Nearest Neighbors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Machine Learning Applications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Disease prediction</a:t>
            </a:r>
          </a:p>
          <a:p>
            <a:r>
              <a:t>• Medical image analysis</a:t>
            </a:r>
          </a:p>
          <a:p>
            <a:r>
              <a:t>• Drug discovery</a:t>
            </a:r>
          </a:p>
          <a:p>
            <a:r>
              <a:t>• Patient risk prediction</a:t>
            </a:r>
          </a:p>
          <a:p>
            <a:r>
              <a:t>• Healthcare resource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Advantages:</a:t>
            </a:r>
          </a:p>
          <a:p>
            <a:r>
              <a:t>• Fast data analysis</a:t>
            </a:r>
          </a:p>
          <a:p>
            <a:r>
              <a:t>• Predictive insights</a:t>
            </a:r>
          </a:p>
          <a:p>
            <a:r>
              <a:t>• Improved healthcare decisions</a:t>
            </a:r>
          </a:p>
          <a:p>
            <a:endParaRPr/>
          </a:p>
          <a:p>
            <a:r>
              <a:t>Challenges:</a:t>
            </a:r>
          </a:p>
          <a:p>
            <a:r>
              <a:t>• Data quality issues</a:t>
            </a:r>
          </a:p>
          <a:p>
            <a:r>
              <a:t>• Bias in datasets</a:t>
            </a:r>
          </a:p>
          <a:p>
            <a:r>
              <a:t>• Model interpretability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supports intelligent healthcare systems</a:t>
            </a:r>
          </a:p>
          <a:p>
            <a:r>
              <a:t>• Enables predictive analytics using medical data</a:t>
            </a:r>
          </a:p>
          <a:p>
            <a:r>
              <a:t>• Helps healthcare organizations improve patient outcomes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16</TotalTime>
  <Words>315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Machine Learning for Intelligent Healthcare Systems</vt:lpstr>
      <vt:lpstr>Introduction</vt:lpstr>
      <vt:lpstr>What is Machine Learning?</vt:lpstr>
      <vt:lpstr>Machine Learning Workflow</vt:lpstr>
      <vt:lpstr>Types of Machine Learning</vt:lpstr>
      <vt:lpstr>Supervised Learning</vt:lpstr>
      <vt:lpstr>Unsupervised Learning</vt:lpstr>
      <vt:lpstr>Reinforcement Learning</vt:lpstr>
      <vt:lpstr>Common Machine Learning Algorithms</vt:lpstr>
      <vt:lpstr>Machine Learning Applications in Healthcare</vt:lpstr>
      <vt:lpstr>Advantages and Challenges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anish thakur</cp:lastModifiedBy>
  <cp:revision>2</cp:revision>
  <dcterms:created xsi:type="dcterms:W3CDTF">2013-01-27T09:14:16Z</dcterms:created>
  <dcterms:modified xsi:type="dcterms:W3CDTF">2026-03-07T10:03:44Z</dcterms:modified>
  <cp:category/>
</cp:coreProperties>
</file>